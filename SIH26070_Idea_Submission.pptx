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SIH26070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AI/ML System for Identification, Classification &amp; Prediction of Tropical Cyclone Patterns using Multi-Source Satellite Data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Disaster Management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[Enter Team ID]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portal): [Enter Team Name]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Detailed explanation of the proposed solution: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CycloSense — a 4-stage adaptive AI pipeline (Genesis Detection → Classification → Prediction → Dashboard) fusing INSAT-3D imagery with scatterometer winds &amp; reanalysis data across the cyclone lifecycle.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How it addresses the problem: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Maps directly to Identification, Classification &amp; Prediction with genuine feature-level multi-source fusion — automating and speeding up IMD's manual Dvorak-technique workflow.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Innovation and uniqueness of the solution: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Early Warning Score — flags disturbances hours before official confirmation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Explainable, confidence-scored predictions via Grad-CAM — built &amp; validated on real satellite data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Rapid Intensification Alert with contributing factors, not just a yes/no flag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Stage-aware adaptive fusion + uncertainty cone for track/intensity forecasts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Human + AI decision support, historical-storm comparison &amp; disaster-response resource allocation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Technologies to be used (e.g. programming languages, frameworks, hardware):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Python, PyTorch/torchvision (EfficientNet-B0), Grad-CAM, ConvLSTM/Transformer (planned); Streamlit dashboard; ONNX/TFLite for edge deployment (planned)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prototype):</a:t>
            </a:r>
          </a:p>
          <a:p>
            <a:pPr marL="514350" indent="-228600" algn="just">
              <a:buFont typeface="Arial" panose="020B0604020202020204" pitchFamily="34" charset="0"/>
              <a:buChar char="→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Data (INSAT-3D + Scatterometer + Reanalysis) → Preprocessing → Genesis Detection → Classification (CNN + Grad-CAM) → Prediction (Track/Intensity + RI Alert) → Forecaster Dashboard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Working prototype: classification stage trained &amp; validated on real INSAT-3D imagery, with a live Streamlit demo showing Grad-CAM explanations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Analysis of the feasibility of the idea: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Classification stage already built &amp; running on real satellite data — the architecture is proven end-to-end, not only on paper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Public datasets identified (MOSDAC, Kaggle INSAT-3D, CyINSAT) and a lightweight open-source model (EfficientNet-B0) keep compute cost low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Potential challenges and risks: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Limited labeled data volume and class imbalance in currently available open datasets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Full MOSDAC archive access is pending administrative approval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Strategies for overcoming these challenges: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Transfer learning + data augmentation already applied, improving wind-speed accuracy on limited data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Parallel-track data acquisition (MOSDAC + alternate open datasets) so development isn't blocked on one source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Potential impact on the target audience: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IMD forecasters: faster, more consistent, explainable intensity assessment vs. a fully manual Dvorak analysis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NDMA &amp; state disaster-management authorities: earlier lead-time for evacuation &amp; resource-positioning decisions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Benefits of the solution (social, economic, environmental, etc.):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Social: earlier, trustworthy warnings can help reduce loss of life along India's coastline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Economic: earlier preparedness reduces cyclone-related property &amp; infrastructure damage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Operational: lightweight, edge-deployable model suits coastal centers with unreliable connectivity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Details / Links of the reference and research work: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Dataset: Kaggle – “INSAT3D Infrared &amp; Raw Cyclone Imagery (2012-2021)”, S. Verma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Data source: MOSDAC (ISRO) – INSAT-3D/3DR archives; CyINSAT research dataset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Paper: “Deep Learning Based Cyclone Intensity Estimation using INSAT-3D IR Imagery” – IEEE</a:t>
            </a:r>
          </a:p>
          <a:p>
            <a:pPr marL="514350" indent="-228600" algn="just">
              <a:buFont typeface="Arial" panose="020B0604020202020204" pitchFamily="34" charset="0"/>
              <a:buChar char="–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Paper: “Estimation of Rapid Intensification of Tropical Cyclones over North Indian Ocean using Attention-based Deep Learning” – Natural Hazards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